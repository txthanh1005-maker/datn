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83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CA539-8818-C47A-2A79-876B467A8A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DB8A3-BE8E-3527-8A5C-099E87BFF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55AF8-4E65-EF1B-4411-68DFC139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0626-7757-45F5-845C-A85073B16143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6D655-0D49-24C8-AC6A-04D45999F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BFD89-CF69-A6CB-6A78-1BD4DE3B8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3962A-267E-44AF-ABDD-BC12D7FC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91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AD33E-5764-8135-A81C-5A9FA09BF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45A5D-3076-D517-D0F3-2AE63C8F9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1505F-A3E6-A277-B058-4721801AC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0626-7757-45F5-845C-A85073B16143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780CD-B30D-F966-AD8A-ABC11A47B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F83F2-FA10-34DD-B375-318B171F6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3962A-267E-44AF-ABDD-BC12D7FC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51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98E53-12C6-940F-A549-122270083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A524D-9E10-2A24-E003-A12B2DD9E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AE549-A81D-F708-4900-FCEB556FF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0626-7757-45F5-845C-A85073B16143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1AB1-888C-2EC7-33CC-B8BDB4F6A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DA518-5AC2-792C-1713-1B4B5151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3962A-267E-44AF-ABDD-BC12D7FC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988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ECD95-ABBD-6D57-4C42-1DDD13536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95FE0-308F-154D-C5F8-B8D6B1124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ADBE4-1F46-53B8-0E90-41B167575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E5C50-762B-0993-34F2-61C579147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0626-7757-45F5-845C-A85073B16143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869A9-78C4-FE98-E868-2B998587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B44F1-DB2E-0BCE-7492-714730B3D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3962A-267E-44AF-ABDD-BC12D7FC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18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C42C3-F173-0AA0-79DB-672DD0AEC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FD8E3-4257-3EFA-B5CC-3A69BF01E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F19FC-29DA-D1A3-695C-7ABB99444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EEDC52-6B5E-A8B9-478F-956D541AD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362080-B106-7A38-4B2C-607613E62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BAF6D2-9BE0-3A48-B7F6-62F7DFD8F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0626-7757-45F5-845C-A85073B16143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9E773B-7D8E-E813-277A-D8C2980F1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1DD7E7-C691-2AE4-2288-1F9802A3F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3962A-267E-44AF-ABDD-BC12D7FC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11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15A3F-FDCC-F0D0-A913-FA5E7DC7A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B4C5E4-F5B9-C7B7-2B16-F89C1E29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0626-7757-45F5-845C-A85073B16143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C3D38-2A35-43D8-5EC3-A6E16ADE3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88A52-15EB-31C1-B0CD-DAD1C6D79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3962A-267E-44AF-ABDD-BC12D7FC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98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96143F-D3F2-B660-DBDC-170787594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0626-7757-45F5-845C-A85073B16143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6FF927-F5F4-1CF4-BE96-63AD4867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903C4-AE11-F56F-EBD7-878408634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3962A-267E-44AF-ABDD-BC12D7FC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77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E74B7-E42A-FAD6-4D22-A63556F90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AAC5-3A9D-2BAC-197F-7265C65A3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DFA81-4DB7-00B5-A6B4-E3693546C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7C77E-33E2-81C1-A702-D67E548D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0626-7757-45F5-845C-A85073B16143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CCD0C-9902-45BD-ADA5-743B79E4A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A02E9-E5D2-9AFC-83DB-AC888D661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3962A-267E-44AF-ABDD-BC12D7FC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9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9EE6D-E848-25BC-9C83-B5D544D4A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E01A2B-93C8-B8FB-8792-4A7287AEC9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FD87D-DA33-512F-EB6D-4BAE3F3BD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82861-B5B8-AA25-1769-0FCAA86C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0626-7757-45F5-845C-A85073B16143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EC135-9114-8B75-5E8A-268F67061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2D004-C5CD-FCEB-9812-78AF01295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3962A-267E-44AF-ABDD-BC12D7FC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C1252-8AC2-471D-0B31-58FBEB2B6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D9A8E-2A1B-3219-8256-28F1C47C5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92BA0-6981-4652-1ACE-1B4B3A9B6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0626-7757-45F5-845C-A85073B16143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5B2A0-0DB9-55F7-520E-14CCBAC51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90E50-A192-531E-D305-BB6DD88EB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3962A-267E-44AF-ABDD-BC12D7FC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48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924CF2-9E0E-E41D-F47F-A616F379B9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70277-66E9-4CA1-111D-AC1ABABDA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1E19D-E5B7-1D4A-486E-E40195AE8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0626-7757-45F5-845C-A85073B16143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132D9-1EDB-8901-91B9-3125E2140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42D9B-F488-C0DD-351A-79CD12DC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3962A-267E-44AF-ABDD-BC12D7FC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47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6D936B-9799-D923-F97F-B799A3A95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3C3D1-83D9-4BB7-E145-B990A6D6F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12413-33E6-BF13-6FCA-5B7FCF5E6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E0626-7757-45F5-845C-A85073B16143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7900E-C699-47EA-9AC2-5120CB79B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0F49C-D047-3FD0-0295-C6A0DA47A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B3962A-267E-44AF-ABDD-BC12D7FC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11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8BA139-2B6D-1533-EC43-EBBE47ED67E9}"/>
              </a:ext>
            </a:extLst>
          </p:cNvPr>
          <p:cNvCxnSpPr>
            <a:cxnSpLocks/>
          </p:cNvCxnSpPr>
          <p:nvPr/>
        </p:nvCxnSpPr>
        <p:spPr>
          <a:xfrm>
            <a:off x="3254374" y="989541"/>
            <a:ext cx="0" cy="10947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799A8D2-0530-43C9-83CA-0A552D8793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1078552"/>
                  </p:ext>
                </p:extLst>
              </p:nvPr>
            </p:nvGraphicFramePr>
            <p:xfrm>
              <a:off x="2393949" y="989541"/>
              <a:ext cx="5231766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4961">
                      <a:extLst>
                        <a:ext uri="{9D8B030D-6E8A-4147-A177-3AD203B41FA5}">
                          <a16:colId xmlns:a16="http://schemas.microsoft.com/office/drawing/2014/main" val="2852940280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4254754994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2965938185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349957673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324393561"/>
                        </a:ext>
                      </a:extLst>
                    </a:gridCol>
                    <a:gridCol w="906961">
                      <a:extLst>
                        <a:ext uri="{9D8B030D-6E8A-4147-A177-3AD203B41FA5}">
                          <a16:colId xmlns:a16="http://schemas.microsoft.com/office/drawing/2014/main" val="18902020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𝐓</m:t>
                                    </m:r>
                                  </m:e>
                                  <m:sub>
                                    <m:r>
                                      <a:rPr lang="en-US" sz="1800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𝐬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𝐓</m:t>
                                  </m:r>
                                </m:e>
                                <m:sub>
                                  <m:r>
                                    <a:rPr lang="en-US" sz="1800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𝐬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1" i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+1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𝐓</m:t>
                                  </m:r>
                                </m:e>
                                <m:sub>
                                  <m:r>
                                    <a:rPr lang="en-US" sz="1800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𝐬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1" i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+2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𝐓</m:t>
                                  </m:r>
                                </m:e>
                                <m:sub>
                                  <m:r>
                                    <a:rPr lang="en-US" sz="1800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𝐬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1" i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+3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i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𝐓</m:t>
                                  </m:r>
                                </m:e>
                                <m:sub>
                                  <m:r>
                                    <a:rPr lang="en-US" sz="1800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𝐬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1" i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+H-1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26427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799A8D2-0530-43C9-83CA-0A552D8793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1078552"/>
                  </p:ext>
                </p:extLst>
              </p:nvPr>
            </p:nvGraphicFramePr>
            <p:xfrm>
              <a:off x="2393949" y="989541"/>
              <a:ext cx="5231766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4961">
                      <a:extLst>
                        <a:ext uri="{9D8B030D-6E8A-4147-A177-3AD203B41FA5}">
                          <a16:colId xmlns:a16="http://schemas.microsoft.com/office/drawing/2014/main" val="2852940280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4254754994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2965938185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349957673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324393561"/>
                        </a:ext>
                      </a:extLst>
                    </a:gridCol>
                    <a:gridCol w="906961">
                      <a:extLst>
                        <a:ext uri="{9D8B030D-6E8A-4147-A177-3AD203B41FA5}">
                          <a16:colId xmlns:a16="http://schemas.microsoft.com/office/drawing/2014/main" val="18902020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04" t="-8065" r="-507042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704" t="-8065" r="-407042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704" t="-8065" r="-307042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704" t="-8065" r="-207042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i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77181" t="-8065" r="-2013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26427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1028FF9-D2AC-6654-FC18-9DDD2BE3E4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359697"/>
                  </p:ext>
                </p:extLst>
              </p:nvPr>
            </p:nvGraphicFramePr>
            <p:xfrm>
              <a:off x="5709891" y="3777433"/>
              <a:ext cx="5387336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4961">
                      <a:extLst>
                        <a:ext uri="{9D8B030D-6E8A-4147-A177-3AD203B41FA5}">
                          <a16:colId xmlns:a16="http://schemas.microsoft.com/office/drawing/2014/main" val="2852940280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4254754994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2965938185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349957673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324393561"/>
                        </a:ext>
                      </a:extLst>
                    </a:gridCol>
                    <a:gridCol w="1062531">
                      <a:extLst>
                        <a:ext uri="{9D8B030D-6E8A-4147-A177-3AD203B41FA5}">
                          <a16:colId xmlns:a16="http://schemas.microsoft.com/office/drawing/2014/main" val="18902020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0" kern="120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0" kern="120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𝐓</m:t>
                                    </m:r>
                                  </m:e>
                                  <m:sub>
                                    <m:r>
                                      <a:rPr lang="en-US" sz="1800" b="1" i="0" kern="120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1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𝐓</m:t>
                                  </m:r>
                                </m:e>
                                <m:sub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𝐞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1" i="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+1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𝐓</m:t>
                                  </m:r>
                                </m:e>
                                <m:sub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𝐞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1" i="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+2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𝐓</m:t>
                                  </m:r>
                                </m:e>
                                <m:sub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𝐞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1" i="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+3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i="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𝐓</m:t>
                                  </m:r>
                                </m:e>
                                <m:sub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𝐞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1" i="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+H-1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26427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1028FF9-D2AC-6654-FC18-9DDD2BE3E4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359697"/>
                  </p:ext>
                </p:extLst>
              </p:nvPr>
            </p:nvGraphicFramePr>
            <p:xfrm>
              <a:off x="5709891" y="3777433"/>
              <a:ext cx="5387336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4961">
                      <a:extLst>
                        <a:ext uri="{9D8B030D-6E8A-4147-A177-3AD203B41FA5}">
                          <a16:colId xmlns:a16="http://schemas.microsoft.com/office/drawing/2014/main" val="2852940280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4254754994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2965938185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349957673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324393561"/>
                        </a:ext>
                      </a:extLst>
                    </a:gridCol>
                    <a:gridCol w="1062531">
                      <a:extLst>
                        <a:ext uri="{9D8B030D-6E8A-4147-A177-3AD203B41FA5}">
                          <a16:colId xmlns:a16="http://schemas.microsoft.com/office/drawing/2014/main" val="18902020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04" t="-9677" r="-524648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704" t="-9677" r="-424648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704" t="-9677" r="-324648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704" t="-9677" r="-224648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i="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6286" t="-9677" r="-1143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264275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479029-964D-069C-0988-810D95BBF85E}"/>
              </a:ext>
            </a:extLst>
          </p:cNvPr>
          <p:cNvCxnSpPr>
            <a:cxnSpLocks/>
          </p:cNvCxnSpPr>
          <p:nvPr/>
        </p:nvCxnSpPr>
        <p:spPr>
          <a:xfrm>
            <a:off x="114300" y="5591175"/>
            <a:ext cx="11963400" cy="0"/>
          </a:xfrm>
          <a:prstGeom prst="straightConnector1">
            <a:avLst/>
          </a:prstGeom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5AEEBDD-77FB-1DA7-86B4-858F03F4DA45}"/>
                  </a:ext>
                </a:extLst>
              </p:cNvPr>
              <p:cNvSpPr txBox="1"/>
              <p:nvPr/>
            </p:nvSpPr>
            <p:spPr>
              <a:xfrm>
                <a:off x="4476554" y="551100"/>
                <a:ext cx="19053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 fault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5AEEBDD-77FB-1DA7-86B4-858F03F4D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554" y="551100"/>
                <a:ext cx="1905393" cy="369332"/>
              </a:xfrm>
              <a:prstGeom prst="rect">
                <a:avLst/>
              </a:prstGeom>
              <a:blipFill>
                <a:blip r:embed="rId4"/>
                <a:stretch>
                  <a:fillRect l="-255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4083EA27-F07D-1CCC-DD39-858FC4ECD627}"/>
              </a:ext>
            </a:extLst>
          </p:cNvPr>
          <p:cNvSpPr/>
          <p:nvPr/>
        </p:nvSpPr>
        <p:spPr>
          <a:xfrm>
            <a:off x="2324105" y="551100"/>
            <a:ext cx="5423527" cy="918924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7D9F7488-6B65-356F-A82E-B740A2E0C5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590710"/>
                  </p:ext>
                </p:extLst>
              </p:nvPr>
            </p:nvGraphicFramePr>
            <p:xfrm>
              <a:off x="3324218" y="2101995"/>
              <a:ext cx="5189766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4961">
                      <a:extLst>
                        <a:ext uri="{9D8B030D-6E8A-4147-A177-3AD203B41FA5}">
                          <a16:colId xmlns:a16="http://schemas.microsoft.com/office/drawing/2014/main" val="2852940280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4254754994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2965938185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349957673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324393561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18902020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𝐓</m:t>
                                  </m:r>
                                </m:e>
                                <m:sub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𝐬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1" i="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+1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𝐓</m:t>
                                  </m:r>
                                </m:e>
                                <m:sub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𝐬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1" i="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+2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𝐓</m:t>
                                  </m:r>
                                </m:e>
                                <m:sub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𝐬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1" i="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+3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𝐓</m:t>
                                  </m:r>
                                </m:e>
                                <m:sub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𝐬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1" i="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+4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i="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𝐓</m:t>
                                  </m:r>
                                </m:e>
                                <m:sub>
                                  <m:r>
                                    <a:rPr lang="en-US" sz="1800" b="1" i="0" kern="12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𝐬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1" i="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+H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26427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7D9F7488-6B65-356F-A82E-B740A2E0C5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590710"/>
                  </p:ext>
                </p:extLst>
              </p:nvPr>
            </p:nvGraphicFramePr>
            <p:xfrm>
              <a:off x="3324218" y="2101995"/>
              <a:ext cx="5189766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4961">
                      <a:extLst>
                        <a:ext uri="{9D8B030D-6E8A-4147-A177-3AD203B41FA5}">
                          <a16:colId xmlns:a16="http://schemas.microsoft.com/office/drawing/2014/main" val="2852940280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4254754994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2965938185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349957673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324393561"/>
                        </a:ext>
                      </a:extLst>
                    </a:gridCol>
                    <a:gridCol w="864961">
                      <a:extLst>
                        <a:ext uri="{9D8B030D-6E8A-4147-A177-3AD203B41FA5}">
                          <a16:colId xmlns:a16="http://schemas.microsoft.com/office/drawing/2014/main" val="18902020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04" t="-9677" r="-501408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704" t="-9677" r="-401408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704" t="-9677" r="-301408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0704" t="-9677" r="-201408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i="0" kern="1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00704" t="-9677" r="-1408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26427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AD16A70-926E-6E77-C6B7-3454C3B8C76C}"/>
                  </a:ext>
                </a:extLst>
              </p:cNvPr>
              <p:cNvSpPr txBox="1"/>
              <p:nvPr/>
            </p:nvSpPr>
            <p:spPr>
              <a:xfrm>
                <a:off x="5610827" y="1663554"/>
                <a:ext cx="6566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AD16A70-926E-6E77-C6B7-3454C3B8C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827" y="1663554"/>
                <a:ext cx="656655" cy="369332"/>
              </a:xfrm>
              <a:prstGeom prst="rect">
                <a:avLst/>
              </a:prstGeom>
              <a:blipFill>
                <a:blip r:embed="rId6"/>
                <a:stretch>
                  <a:fillRect t="-10000" r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DEC55D82-9164-AA38-6653-5585E4CBF843}"/>
              </a:ext>
            </a:extLst>
          </p:cNvPr>
          <p:cNvSpPr/>
          <p:nvPr/>
        </p:nvSpPr>
        <p:spPr>
          <a:xfrm>
            <a:off x="3254374" y="1663554"/>
            <a:ext cx="5369560" cy="918924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A281829-1D4D-1BC1-6E1C-D52CAD43CC67}"/>
                  </a:ext>
                </a:extLst>
              </p:cNvPr>
              <p:cNvSpPr txBox="1"/>
              <p:nvPr/>
            </p:nvSpPr>
            <p:spPr>
              <a:xfrm>
                <a:off x="7555347" y="3432139"/>
                <a:ext cx="18011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Fault end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A281829-1D4D-1BC1-6E1C-D52CAD43C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347" y="3432139"/>
                <a:ext cx="1801199" cy="369332"/>
              </a:xfrm>
              <a:prstGeom prst="rect">
                <a:avLst/>
              </a:prstGeom>
              <a:blipFill>
                <a:blip r:embed="rId7"/>
                <a:stretch>
                  <a:fillRect l="-270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35462E2C-6EC9-FD25-CE12-D9F2F1BA65C4}"/>
              </a:ext>
            </a:extLst>
          </p:cNvPr>
          <p:cNvSpPr/>
          <p:nvPr/>
        </p:nvSpPr>
        <p:spPr>
          <a:xfrm>
            <a:off x="5610827" y="3432139"/>
            <a:ext cx="5591175" cy="850619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079F4085-3756-5013-E456-962AC3C8FA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9155300"/>
                  </p:ext>
                </p:extLst>
              </p:nvPr>
            </p:nvGraphicFramePr>
            <p:xfrm>
              <a:off x="2393948" y="4808644"/>
              <a:ext cx="4187827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30277">
                      <a:extLst>
                        <a:ext uri="{9D8B030D-6E8A-4147-A177-3AD203B41FA5}">
                          <a16:colId xmlns:a16="http://schemas.microsoft.com/office/drawing/2014/main" val="2852940280"/>
                        </a:ext>
                      </a:extLst>
                    </a:gridCol>
                    <a:gridCol w="862013">
                      <a:extLst>
                        <a:ext uri="{9D8B030D-6E8A-4147-A177-3AD203B41FA5}">
                          <a16:colId xmlns:a16="http://schemas.microsoft.com/office/drawing/2014/main" val="4254754994"/>
                        </a:ext>
                      </a:extLst>
                    </a:gridCol>
                    <a:gridCol w="1538287">
                      <a:extLst>
                        <a:ext uri="{9D8B030D-6E8A-4147-A177-3AD203B41FA5}">
                          <a16:colId xmlns:a16="http://schemas.microsoft.com/office/drawing/2014/main" val="324393561"/>
                        </a:ext>
                      </a:extLst>
                    </a:gridCol>
                    <a:gridCol w="857250">
                      <a:extLst>
                        <a:ext uri="{9D8B030D-6E8A-4147-A177-3AD203B41FA5}">
                          <a16:colId xmlns:a16="http://schemas.microsoft.com/office/drawing/2014/main" val="18902020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𝐓</m:t>
                                    </m:r>
                                  </m:e>
                                  <m:sub>
                                    <m:r>
                                      <a:rPr lang="en-US" sz="1800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𝐬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𝐓</m:t>
                                  </m:r>
                                </m:e>
                                <m:sub>
                                  <m:r>
                                    <a:rPr lang="en-US" sz="1800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𝐬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1" i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+1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i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kern="120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0" kern="120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𝐓</m:t>
                                    </m:r>
                                  </m:e>
                                  <m:sub>
                                    <m:r>
                                      <a:rPr lang="en-US" sz="1800" b="1" i="0" kern="120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i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26427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079F4085-3756-5013-E456-962AC3C8FA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9155300"/>
                  </p:ext>
                </p:extLst>
              </p:nvPr>
            </p:nvGraphicFramePr>
            <p:xfrm>
              <a:off x="2393948" y="4808644"/>
              <a:ext cx="4187827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30277">
                      <a:extLst>
                        <a:ext uri="{9D8B030D-6E8A-4147-A177-3AD203B41FA5}">
                          <a16:colId xmlns:a16="http://schemas.microsoft.com/office/drawing/2014/main" val="2852940280"/>
                        </a:ext>
                      </a:extLst>
                    </a:gridCol>
                    <a:gridCol w="862013">
                      <a:extLst>
                        <a:ext uri="{9D8B030D-6E8A-4147-A177-3AD203B41FA5}">
                          <a16:colId xmlns:a16="http://schemas.microsoft.com/office/drawing/2014/main" val="4254754994"/>
                        </a:ext>
                      </a:extLst>
                    </a:gridCol>
                    <a:gridCol w="1538287">
                      <a:extLst>
                        <a:ext uri="{9D8B030D-6E8A-4147-A177-3AD203B41FA5}">
                          <a16:colId xmlns:a16="http://schemas.microsoft.com/office/drawing/2014/main" val="324393561"/>
                        </a:ext>
                      </a:extLst>
                    </a:gridCol>
                    <a:gridCol w="857250">
                      <a:extLst>
                        <a:ext uri="{9D8B030D-6E8A-4147-A177-3AD203B41FA5}">
                          <a16:colId xmlns:a16="http://schemas.microsoft.com/office/drawing/2014/main" val="18902020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54" t="-8065" r="-350980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9220" t="-8065" r="-280851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i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88652" t="-8065" r="-1418" b="-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264275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17C5016E-B878-FFB3-A731-5E1456F1A1B4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36225" y="1569267"/>
            <a:ext cx="750504" cy="685793"/>
          </a:xfrm>
          <a:prstGeom prst="bent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786C551-3F9B-5268-581F-48380EB3FFF5}"/>
              </a:ext>
            </a:extLst>
          </p:cNvPr>
          <p:cNvSpPr txBox="1"/>
          <p:nvPr/>
        </p:nvSpPr>
        <p:spPr>
          <a:xfrm>
            <a:off x="4337045" y="2136987"/>
            <a:ext cx="9396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/>
              <a:t>…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0E68C24-AE2B-C1B1-A361-E69553332FF9}"/>
              </a:ext>
            </a:extLst>
          </p:cNvPr>
          <p:cNvSpPr/>
          <p:nvPr/>
        </p:nvSpPr>
        <p:spPr>
          <a:xfrm>
            <a:off x="3638550" y="2651588"/>
            <a:ext cx="838004" cy="347133"/>
          </a:xfrm>
          <a:custGeom>
            <a:avLst/>
            <a:gdLst>
              <a:gd name="csX0" fmla="*/ 0 w 733425"/>
              <a:gd name="csY0" fmla="*/ 0 h 485775"/>
              <a:gd name="csX1" fmla="*/ 0 w 733425"/>
              <a:gd name="csY1" fmla="*/ 485775 h 485775"/>
              <a:gd name="csX2" fmla="*/ 733425 w 733425"/>
              <a:gd name="csY2" fmla="*/ 485775 h 485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33425" h="485775">
                <a:moveTo>
                  <a:pt x="0" y="0"/>
                </a:moveTo>
                <a:lnTo>
                  <a:pt x="0" y="485775"/>
                </a:lnTo>
                <a:lnTo>
                  <a:pt x="733425" y="485775"/>
                </a:lnTo>
              </a:path>
            </a:pathLst>
          </a:custGeom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BFC3C85-324E-BEB4-96FB-01DC1EEAD585}"/>
              </a:ext>
            </a:extLst>
          </p:cNvPr>
          <p:cNvSpPr/>
          <p:nvPr/>
        </p:nvSpPr>
        <p:spPr>
          <a:xfrm>
            <a:off x="4806887" y="3108363"/>
            <a:ext cx="698497" cy="853667"/>
          </a:xfrm>
          <a:custGeom>
            <a:avLst/>
            <a:gdLst>
              <a:gd name="csX0" fmla="*/ 0 w 733425"/>
              <a:gd name="csY0" fmla="*/ 0 h 485775"/>
              <a:gd name="csX1" fmla="*/ 0 w 733425"/>
              <a:gd name="csY1" fmla="*/ 485775 h 485775"/>
              <a:gd name="csX2" fmla="*/ 733425 w 733425"/>
              <a:gd name="csY2" fmla="*/ 485775 h 485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33425" h="485775">
                <a:moveTo>
                  <a:pt x="0" y="0"/>
                </a:moveTo>
                <a:lnTo>
                  <a:pt x="0" y="485775"/>
                </a:lnTo>
                <a:lnTo>
                  <a:pt x="733425" y="485775"/>
                </a:lnTo>
              </a:path>
            </a:pathLst>
          </a:custGeom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9921968E-2DA9-FE60-8A7E-EA27A2BFB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678910"/>
              </p:ext>
            </p:extLst>
          </p:nvPr>
        </p:nvGraphicFramePr>
        <p:xfrm>
          <a:off x="6581775" y="4808644"/>
          <a:ext cx="4620227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20227">
                  <a:extLst>
                    <a:ext uri="{9D8B030D-6E8A-4147-A177-3AD203B41FA5}">
                      <a16:colId xmlns:a16="http://schemas.microsoft.com/office/drawing/2014/main" val="28529402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Recovery phase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642753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A4A921AA-BAE2-8720-A728-FC6A16347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260198"/>
              </p:ext>
            </p:extLst>
          </p:nvPr>
        </p:nvGraphicFramePr>
        <p:xfrm>
          <a:off x="114301" y="4808644"/>
          <a:ext cx="227964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9648">
                  <a:extLst>
                    <a:ext uri="{9D8B030D-6E8A-4147-A177-3AD203B41FA5}">
                      <a16:colId xmlns:a16="http://schemas.microsoft.com/office/drawing/2014/main" val="1440517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i="0" kern="12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Normal operation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181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3428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67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Trinh Xuan Thanh 20222744</dc:creator>
  <cp:lastModifiedBy>Trinh Xuan Thanh 20222744</cp:lastModifiedBy>
  <cp:revision>1</cp:revision>
  <dcterms:created xsi:type="dcterms:W3CDTF">2026-06-20T04:38:32Z</dcterms:created>
  <dcterms:modified xsi:type="dcterms:W3CDTF">2026-06-20T05:52:54Z</dcterms:modified>
</cp:coreProperties>
</file>